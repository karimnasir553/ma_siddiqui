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Explainable Failure Analysis in Time-Series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89B4FA"/>
                </a:solidFill>
              </a:rPr>
              <a:t>Using SHAP — Master's Thesis Progress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46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CCCDD"/>
                </a:solidFill>
              </a:rPr>
              <a:t>Abdul Karim Nasir Siddiqui  ·  Friedrich-Alexander-Universität Erlangen-Nürnberg (FAU)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CCCDD"/>
                </a:solidFill>
              </a:rPr>
              <a:t>Supervisor: Prof. Dr.-Ing. habil. Philipp Beckerle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Thesis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9E2AF"/>
                </a:solidFill>
              </a:rPr>
              <a:t>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Which sensor, at which exact timestep, caused the model to predict a robot failure — and does the method choice change the answer?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9E2AF"/>
                </a:solidFill>
              </a:rPr>
              <a:t>Three SHAP Methods Compared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743200"/>
            <a:ext cx="3657600" cy="20116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807208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9B4FA"/>
                </a:solidFill>
              </a:rPr>
              <a:t>KernelSHAP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73552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Baseline — flattens sequence
into independent features.
Lundberg &amp; Lee, NeurIPS 2017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743200"/>
            <a:ext cx="3657600" cy="20116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807208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9B4FA"/>
                </a:solidFill>
              </a:rPr>
              <a:t>TimeSHAP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273552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Keeps sequence structure.
Prunes irrelevant timesteps.
Bento et al., KDD 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743200"/>
            <a:ext cx="3657600" cy="20116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807208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9B4FA"/>
                </a:solidFill>
              </a:rPr>
              <a:t>WinIT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273552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Masks windows of timesteps.
Measures prediction change directly.
Leung et al., ICLR 2023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983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9E2AF"/>
                </a:solidFill>
              </a:rPr>
              <a:t>Two Stages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394960"/>
            <a:ext cx="5394960" cy="8686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B387"/>
                </a:solidFill>
              </a:rPr>
              <a:t>Stage 1 — NASA CMAPSS (benchmark)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 failure mode, binary label, 15 sensors  →  validate methods on known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5394960"/>
            <a:ext cx="5394960" cy="8686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440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6E3A1"/>
                </a:solidFill>
              </a:rPr>
              <a:t>Stage 2 — Real Robot Data (ASM lab)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760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 failure modes, 4-class label, 62 sensors  →  validate failure mode 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Progress Since Last Meeting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6E3A1"/>
                </a:solidFill>
              </a:rPr>
              <a:t>Completed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✓  CMAPSS pipeline complete: load, clean, window, MLP + LSTM + KernelSHAP + TimeSHAP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73936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✓  Robot data loaded: 81,450 rows × 62 active sensors, 4-class labels (diagnostic model.xlsx)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✓  Solved class imbalance: Normal 39 k vs Failure-2 only 4.8 k → inverse-frequency class weights in CrossEntropyLoss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32304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✓  LSTM trained on robot data: 128 hidden, 2 layers, 40 epochs, temporal 80/20 split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6148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✓  KernelSHAP run on robot data: flatten (30,62)→1860, l1_reg=0 (OLS), 4 classes explained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906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✓  WinIT implemented from scratch (no pip package): suffix-masking + finite-difference attribution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19856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✓  Notebook 08 ready to run: WinIT temporal + feature importance + heatmap per failure 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E2AF"/>
                </a:solidFill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9E2AF"/>
                </a:solidFill>
              </a:rPr>
              <a:t>○  Re-run LSTM on robot data with class weights (kernel was restarted after code update)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5371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9E2AF"/>
                </a:solidFill>
              </a:rPr>
              <a:t>○  Run WinIT on robot data and compare top sensors vs KernelSHAP per failure class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01183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9E2AF"/>
                </a:solidFill>
              </a:rPr>
              <a:t>○  Identify failure mode semantics (Class 1 meaning unclear — to confirm with supervisor)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Stage 1 Complete — CMAPSS Benchmark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5394960" cy="22402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9E2AF"/>
                </a:solidFill>
              </a:rPr>
              <a:t>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NASA FD001: 100 jet engines, 21 sensors → 15 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Window: 30 cycles, step 1 → 17,731 train / 10,196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9696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Label: RUL ≤ 30 = failure (binary)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Single failure mode: HPC degradation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051560"/>
            <a:ext cx="5394960" cy="22402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1155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9E2AF"/>
                </a:solidFill>
              </a:rPr>
              <a:t>Models + SHAP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481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MLP (450→128→64→2): 99% acc, 75%+ failure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81051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LSTM (30,15): sequence-aware predictions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39696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KernelSHAP: top sensors Ps30, NRf, phi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468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TimeSHAP: W31 + Nf surface as temporal trends visible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474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9E2AF"/>
                </a:solidFill>
              </a:rPr>
              <a:t>Key Finding — Method Comparison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86200"/>
            <a:ext cx="5394960" cy="150876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6E3A1"/>
                </a:solidFill>
              </a:rPr>
              <a:t>KernelSHAP vs TimeSHAP — 3/5 sensors agree: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159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 NRf (sensor_13), Ps30 (sensor_11), phi (sensor_12)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64515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 Consistent signal → physically real HPC degradation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886200"/>
            <a:ext cx="5394960" cy="1508760"/>
          </a:xfrm>
          <a:prstGeom prst="rect">
            <a:avLst/>
          </a:prstGeom>
          <a:solidFill>
            <a:srgbClr val="3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B387"/>
                </a:solidFill>
              </a:rPr>
              <a:t>TimeSHAP sees additionally: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3159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 W31 (HPT coolant bleed) + Nf (fan speed)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4515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 Only visible as trends over 30 cycles → temporal context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AB387"/>
                </a:solidFill>
              </a:rPr>
              <a:t>Conclusion: method choice changes 2/5 top sensors even on the same data → WinIT on robot data will be the decisive comparison.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Stage 2 — Robot Data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2743200" cy="16002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5272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89B4FA"/>
                </a:solidFill>
              </a:rPr>
              <a:t>81,450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DD"/>
                </a:solidFill>
              </a:rPr>
              <a:t>total rows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43000"/>
            <a:ext cx="2743200" cy="16002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25272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89B4FA"/>
                </a:solidFill>
              </a:rPr>
              <a:t>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9202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DD"/>
                </a:solidFill>
              </a:rPr>
              <a:t>active sensors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2743200" cy="16002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5272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89B4FA"/>
                </a:solidFill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DD"/>
                </a:solidFill>
              </a:rPr>
              <a:t>window size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43000"/>
            <a:ext cx="2743200" cy="16002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25272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89B4F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9202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DD"/>
                </a:solidFill>
              </a:rPr>
              <a:t>classes (1 normal + 3 failure)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17520"/>
            <a:ext cx="2743200" cy="16002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12724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AB387"/>
                </a:solidFill>
              </a:rPr>
              <a:t>39,240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79475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DD"/>
                </a:solidFill>
              </a:rPr>
              <a:t>Normal rows (48%)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3017520"/>
            <a:ext cx="2743200" cy="16002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312724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AB387"/>
                </a:solidFill>
              </a:rPr>
              <a:t>33,597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79475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DD"/>
                </a:solidFill>
              </a:rPr>
              <a:t>Failure-1 rows (41%)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017520"/>
            <a:ext cx="2743200" cy="16002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12724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38BA8"/>
                </a:solidFill>
              </a:rPr>
              <a:t>4,783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9475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DD"/>
                </a:solidFill>
              </a:rPr>
              <a:t>Failure-2 rows (6%)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3017520"/>
            <a:ext cx="2743200" cy="16002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60" y="3127248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38BA8"/>
                </a:solidFill>
              </a:rPr>
              <a:t>3,830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79475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DD"/>
                </a:solidFill>
              </a:rPr>
              <a:t>Failure-3 rows (5%)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74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DD"/>
                </a:solidFill>
              </a:rPr>
              <a:t>Source: diagnostic model.xlsx (single file with sensor readings + Outcome labels, no missing values)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40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AB387"/>
                </a:solidFill>
              </a:rPr>
              <a:t>Challenge: severe class imbalance — Normal + Failure-1 dominate (89%), Failure-2 and Failure-3 rare (11%)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6E3A1"/>
                </a:solidFill>
              </a:rPr>
              <a:t>Fix: inverse-frequency class weights in CrossEntropyLoss — model forced to learn all 4 classes equally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Failure Mode Identification from Sensor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DD"/>
                </a:solidFill>
              </a:rPr>
              <a:t>No documentation in data file — failure mode semantics inferred from per-class sensor means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577840" cy="21488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9B4FA"/>
                </a:solidFill>
              </a:rPr>
              <a:t>Class 0 — Normal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V=15.2V  Cap=90%+  Temp=30°C
vel_L=2.1  vel_R=2.1  (balanced, normal speed)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79191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Healthy operation baseline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508760"/>
            <a:ext cx="5577840" cy="21488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Class 1 — Failure-1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3911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V=15.1V  Cap=64%  Temp=32°C
vel_L=2.0  vel_R=2.1  (still normal speed)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79191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AB387"/>
                </a:solidFill>
              </a:rPr>
              <a:t>Battery partially discharged?
Meaning unclear — to confirm with supervisor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40479"/>
            <a:ext cx="5577840" cy="21488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31919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B387"/>
                </a:solidFill>
              </a:rPr>
              <a:t>Class 2 — Failure-2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70831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V=14.8V  Cap=52%  Temp=35°C
vel_L=4.1  vel_R=4.2  (2× higher speed!)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10912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Motor / wheel anomaly
High wheel speed distinguishes this class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840479"/>
            <a:ext cx="5577840" cy="21488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931919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38BA8"/>
                </a:solidFill>
              </a:rPr>
              <a:t>Class 3 — Failure-3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70831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V=13.8V  Cap=7%   Temp=40°C
vel_L=1.9  vel_R=1.9  (slow, battery dying)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010912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E3A1"/>
                </a:solidFill>
              </a:rPr>
              <a:t>Battery failure
Voltage below 14V, near-zero capacity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</a:rPr>
              <a:t>Battery threshold (from supervisor's instruction): normal = V ≥ 14V, Cap ≥ 90%, Temp ≤ 36°C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9B4FA"/>
                </a:solidFill>
              </a:rPr>
              <a:t>LSTM Training on Robot Data — Solving Class Imbalance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5394960" cy="27889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9E2AF"/>
                </a:solidFill>
              </a:rPr>
              <a:t>Model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Input: (n, 30, 62)  —  30 timesteps, 62 sensors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37943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LSTM: hidden=128, layers=2, dropout=0.3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671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Output: 4-class softmax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9631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Epochs: 40  ·  Batch: 256  ·  lr=0.001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25496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 Temporal split: first 80% train, last 20%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51560"/>
            <a:ext cx="5394960" cy="27889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1155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9E2AF"/>
                </a:solidFill>
              </a:rPr>
              <a:t>Class Weights (inverse frequency)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5087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Normal (39,240 rows)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1508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9B4FA"/>
                </a:solidFill>
              </a:rPr>
              <a:t>0.52×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0253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Failure-1 (33,597 rows)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00253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9B4FA"/>
                </a:solidFill>
              </a:rPr>
              <a:t>0.61×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4963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Failure-2 (4,783 rows)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49631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AB387"/>
                </a:solidFill>
              </a:rPr>
              <a:t>4.26×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Failure-3 (3,830 rows)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99008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38BA8"/>
                </a:solidFill>
              </a:rPr>
              <a:t>5.32×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3832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</a:rPr>
              <a:t>Rare failure classes up-weighted → loss penalises misclassifying Failure-2/3 more heavily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9E2AF"/>
                </a:solidFill>
              </a:rPr>
              <a:t>Design Decisions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434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 Temporal split (not random shuffle): test window is chronologically later — realistic deployment scenario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1888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 Test set has no Failure-2 (last 20% of recording has none) → KernelSHAP uses training samples for that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02936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 l1_reg=0 for KernelSHAP: 1860 features &gt; 50 samples → Lasso fails; switch to OLS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KernelSHAP on Robot Data — 4-Class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9E2AF"/>
                </a:solidFill>
              </a:rPr>
              <a:t>How KernelSHAP Works on (30, 62) Robot Sequences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 Flatten each sample: (30, 62) → 1860 independent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9222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 KernelSHAP fits a weighted linear model on perturbed predictions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39696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 Output: (4 classes, 40 samples, 1860) SHAP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87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 Reshape back: per sensor + per timestep — which (sensor, time) cell drove each failure class?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63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AB387"/>
                </a:solidFill>
              </a:rPr>
              <a:t>Early Results (biased model — to be re-run with class weights)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520440"/>
            <a:ext cx="5577840" cy="1234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611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9B4FA"/>
                </a:solidFill>
              </a:rPr>
              <a:t>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0233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Top sensors: velocity_right (negative)  ·  integrated_x (negative)  ·  Current (A)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520440"/>
            <a:ext cx="5577840" cy="1234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611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Failure-1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0233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Top sensors: Current (A)  ·  velocity_right  ·  integrated_x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892040"/>
            <a:ext cx="5577840" cy="1234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9834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AB387"/>
                </a:solidFill>
              </a:rPr>
              <a:t>Failure-2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94959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Top sensors: Poss Y (unique)  ·  Current (A)  ·  velocity_right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892040"/>
            <a:ext cx="5577840" cy="1234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9834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38BA8"/>
                </a:solidFill>
              </a:rPr>
              <a:t>Failure-3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94959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Top sensors: Current (A)  ·  velocity_right  ·  integrated_x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DD"/>
                </a:solidFill>
              </a:rPr>
              <a:t>Shared across all failure classes: Current (A), velocity_right, integrated_x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WinIT — Window-Based Importance (ICLR 2023)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DD"/>
                </a:solidFill>
              </a:rPr>
              <a:t>Leung et al., “Explaining Time Series Predictions via Window-based Importance”, ICLR 2023  ·  No pip package — implemented from scratch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11338560" cy="1234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361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9E2AF"/>
                </a:solidFill>
              </a:rPr>
              <a:t>Core Idea: suffix masking with finite difference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For each timestep t:  mask the suffix [t, T) with training-set mean baseline  →  measure how much prediction changes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E2AF"/>
                </a:solidFill>
              </a:rPr>
              <a:t>Mathematics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735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raw(t)  =  f(x)  −  f(x̃ₜ₍ₜ₎)      where x̃ₜ₍ₜ₎ = x with timesteps [t, T) replaced by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033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9B4FA"/>
                </a:solidFill>
              </a:rPr>
              <a:t>raw(T)  =  0   (nothing masked)     importance(t)  =  raw(t) − raw(t+1)  =  marginal contribution of timestep 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519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E2AF"/>
                </a:solidFill>
              </a:rPr>
              <a:t>Why WinIT Is Better Than KernelSHAP for Time Series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663440"/>
            <a:ext cx="3657600" cy="19202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7365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AB387"/>
                </a:solidFill>
              </a:rPr>
              <a:t>KernelSHAP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663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Flattens (30,62)→1860
Treats each cell independently
Loses temporal structure
1860 features → OLS needed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4663440"/>
            <a:ext cx="3657600" cy="19202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7365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6E3A1"/>
                </a:solidFill>
              </a:rPr>
              <a:t>WinIT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1663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Works on native (30,62)
Captures when and where
Measures prediction change directly
No approximation overhead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663440"/>
            <a:ext cx="3657600" cy="19202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47365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9B4FA"/>
                </a:solidFill>
              </a:rP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51663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KernelSHAP: (1860,) per class
WinIT: (30,) temporal + (62,) feature
WinIT tells you both WHICH sensor
and at WHICH timestep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WinIT Pipeline — Notebook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703320" cy="2057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9B4FA"/>
                </a:solidFill>
              </a:rPr>
              <a:t>Step 1
Data +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Load robot data, train LSTM with class weights
(same setup as notebook 07, self-contained)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703320" cy="2057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887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9B4FA"/>
                </a:solidFill>
              </a:rPr>
              <a:t>Step 2
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373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Compute training-set mean per feature
Baseline shape: (30, 62)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703320" cy="2057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1887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9E2AF"/>
                </a:solidFill>
              </a:rPr>
              <a:t>Step 3
Suffix Mask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7373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For each sample, for each timestep t:
mask x[t:] with baseline, get prediction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29000"/>
            <a:ext cx="3703320" cy="2057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9E2AF"/>
                </a:solidFill>
              </a:rPr>
              <a:t>Step 4
Finite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069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importance(t) = raw(t) − raw(t+1)
Output: (30, 4) per sample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429000"/>
            <a:ext cx="3703320" cy="2057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AB387"/>
                </a:solidFill>
              </a:rPr>
              <a:t>Step 5
Feature Level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069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At important timesteps: leave-one-feature-out
Which sensor matters at that moment?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429000"/>
            <a:ext cx="3703320" cy="20574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6E3A1"/>
                </a:solidFill>
              </a:rPr>
              <a:t>Step 6
Heatmap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069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Temporal × Feature heatmap per class
Compare top sensors vs KernelSHAP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DD"/>
                </a:solidFill>
              </a:rPr>
              <a:t>Outputs: winit_temporal_importance.png  ·  winit_feature_importance.png  ·  winit_heatmap.png  ·  winit_scores.npy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KernelSHAP vs WinIT — Comparison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Property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051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KernelSHAP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9" y="1051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WinIT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33856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11338560" cy="530352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00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CCDD"/>
                </a:solidFill>
              </a:rPr>
              <a:t>Input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6002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(n, 1860) flattened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9" y="1600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6E3A1"/>
                </a:solidFill>
              </a:rPr>
              <a:t>(n, 30, 62) native sequence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75688"/>
            <a:ext cx="11338560" cy="530352"/>
          </a:xfrm>
          <a:prstGeom prst="rect">
            <a:avLst/>
          </a:prstGeom>
          <a:solidFill>
            <a:srgbClr val="24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671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CCDD"/>
                </a:solidFill>
              </a:rPr>
              <a:t>Temporal info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1671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Lost — each cell independent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21671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6E3A1"/>
                </a:solidFill>
              </a:rPr>
              <a:t>Preserved — suffix masking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642615"/>
            <a:ext cx="11338560" cy="530352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340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CCDD"/>
                </a:solidFill>
              </a:rPr>
              <a:t>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734056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1860 SHAP values → reshape 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273405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6E3A1"/>
                </a:solidFill>
              </a:rPr>
              <a:t>(30,) time + (62,) feature separately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09544"/>
            <a:ext cx="11338560" cy="530352"/>
          </a:xfrm>
          <a:prstGeom prst="rect">
            <a:avLst/>
          </a:prstGeom>
          <a:solidFill>
            <a:srgbClr val="24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30098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CCDD"/>
                </a:solidFill>
              </a:rPr>
              <a:t>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3300984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All-zero or mean (same)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9" y="330098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6E3A1"/>
                </a:solidFill>
              </a:rPr>
              <a:t>Training-set mean per feature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76472"/>
            <a:ext cx="11338560" cy="530352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867911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CCDD"/>
                </a:solidFill>
              </a:rPr>
              <a:t>Approx. needed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3867911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OLS (l1_reg=0) for 1860 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9" y="3867911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6E3A1"/>
                </a:solidFill>
              </a:rPr>
              <a:t>None — direct prediction difference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343400"/>
            <a:ext cx="11338560" cy="530352"/>
          </a:xfrm>
          <a:prstGeom prst="rect">
            <a:avLst/>
          </a:prstGeom>
          <a:solidFill>
            <a:srgbClr val="24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434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CCDD"/>
                </a:solidFill>
              </a:rPr>
              <a:t>Speed (robot)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4434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Fast per sample, many samples needed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19" y="4434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6E3A1"/>
                </a:solidFill>
              </a:rPr>
              <a:t>30 passes per sample (slower)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910327"/>
            <a:ext cx="11338560" cy="530352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001767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CCDD"/>
                </a:solidFill>
              </a:rPr>
              <a:t>Class support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5001767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SHAP per class (output dim)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19" y="5001767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6E3A1"/>
                </a:solidFill>
              </a:rPr>
              <a:t>Importance per class channel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477256"/>
            <a:ext cx="11338560" cy="530352"/>
          </a:xfrm>
          <a:prstGeom prst="rect">
            <a:avLst/>
          </a:prstGeom>
          <a:solidFill>
            <a:srgbClr val="24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56869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CCDD"/>
                </a:solidFill>
              </a:rPr>
              <a:t>Novel use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0" y="5568696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Established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19" y="556869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6E3A1"/>
                </a:solidFill>
              </a:rPr>
              <a:t>First use on industrial robot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0990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AB387"/>
                </a:solidFill>
              </a:rPr>
              <a:t>Thesis contribution: first systematic comparison of KernelSHAP vs WinIT on real robot failure data with 3 physically designed failure modes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Open Questions for Supervisor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338560" cy="15544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344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E2AF"/>
                </a:solidFill>
              </a:rPr>
              <a:t>Q1  What is Failure-1 physically?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From sensor analysis: Failure-1 has healthy battery (V=15.1V, Cap=64%) and normal wheel speed.
It looks like a partial battery discharge but no other clear signal. Not a motor fault, not a battery failure.
What was physically implemented on the robot for Failure-1?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834640"/>
            <a:ext cx="11338560" cy="15544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E2AF"/>
                </a:solidFill>
              </a:rPr>
              <a:t>Q2  Is the temporal distribution expected?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The last 20% of the recording (test set) has zero Failure-2 events.
Was Failure-2 only induced early in the experiment? Does the robot recover from it?
This affects how we evaluate the model on Failure-2.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526280"/>
            <a:ext cx="11338560" cy="15544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617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E2AF"/>
                </a:solidFill>
              </a:rPr>
              <a:t>Q3  Which data from the other 2 robots is available?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07492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Current data: 1 robot, 1 recording session.
For federated learning extension: do we have equivalent recordings from Robot 2 and Robot 3?
Are the same 3 failure modes implemented on all 3?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Updated Project Timeline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74320" cy="45720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6E3A1"/>
                </a:solidFill>
              </a:rPr>
              <a:t>M1 — July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124712"/>
            <a:ext cx="1645920" cy="475488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1E2E"/>
                </a:solidFill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1430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Literature review, repo, CMAPSS pipeline, MLP + KernelSHAP baseline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11338560" cy="18288"/>
          </a:xfrm>
          <a:prstGeom prst="rect">
            <a:avLst/>
          </a:prstGeom>
          <a:solidFill>
            <a:srgbClr val="40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274320" cy="45720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9E2AF"/>
                </a:solidFill>
              </a:rPr>
              <a:t>M2 — August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2130552"/>
            <a:ext cx="1645920" cy="475488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1E2E"/>
                </a:solidFill>
              </a:rPr>
              <a:t>NEARLY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1488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LSTM + TimeSHAP on CMAPSS done. Robot data loaded, LSTM trained, KernelSHAP done. WinIT implemented.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71800"/>
            <a:ext cx="11338560" cy="18288"/>
          </a:xfrm>
          <a:prstGeom prst="rect">
            <a:avLst/>
          </a:prstGeom>
          <a:solidFill>
            <a:srgbClr val="40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246120"/>
            <a:ext cx="274320" cy="457200"/>
          </a:xfrm>
          <a:prstGeom prst="rect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546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AB387"/>
                </a:solidFill>
              </a:rPr>
              <a:t>M3 — September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3136392"/>
            <a:ext cx="1645920" cy="475488"/>
          </a:xfrm>
          <a:prstGeom prst="rect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1E2E"/>
                </a:solidFill>
              </a:rPr>
              <a:t>IN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1546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WinIT results on robot data. Full KernelSHAP vs WinIT comparison per failure class. Failure mode validation.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77640"/>
            <a:ext cx="11338560" cy="18288"/>
          </a:xfrm>
          <a:prstGeom prst="rect">
            <a:avLst/>
          </a:prstGeom>
          <a:solidFill>
            <a:srgbClr val="40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251960"/>
            <a:ext cx="274320" cy="4572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160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CCCDD"/>
                </a:solidFill>
              </a:rPr>
              <a:t>M4 — October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4142232"/>
            <a:ext cx="1645920" cy="475488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1E2E"/>
                </a:solidFill>
              </a:rPr>
              <a:t>UPCOMING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1605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Federated SHAP aggregation (3 robots). Final figures + tables generated.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983480"/>
            <a:ext cx="11338560" cy="18288"/>
          </a:xfrm>
          <a:prstGeom prst="rect">
            <a:avLst/>
          </a:prstGeom>
          <a:solidFill>
            <a:srgbClr val="40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257800"/>
            <a:ext cx="274320" cy="4572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663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CCCDD"/>
                </a:solidFill>
              </a:rPr>
              <a:t>M5 — December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5148072"/>
            <a:ext cx="1645920" cy="475488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1E2E"/>
                </a:solidFill>
              </a:rPr>
              <a:t>UPCOMING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1663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Thesis written and submitted.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989320"/>
            <a:ext cx="11338560" cy="18288"/>
          </a:xfrm>
          <a:prstGeom prst="rect">
            <a:avLst/>
          </a:prstGeom>
          <a:solidFill>
            <a:srgbClr val="40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DD"/>
                </a:solidFill>
              </a:rPr>
              <a:t>On track for December 2026 submission. Robot data analysis is the current focus.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74552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A6E3A1"/>
                </a:solidFill>
              </a:rPr>
              <a:t>This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▶  Re-run notebook 07 from cell 1 (kernel restarted) — retrain LSTM with class weights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6537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▶  Run notebook 08 (WinIT) end-to-end — get temporal + feature importance per failure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6771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▶  Compare WinIT vs KernelSHAP top sensors per class — do they agree?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00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▶  Confirm failure mode semantics with supervisor (especially Failure-1)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89B4FA"/>
                </a:solidFill>
              </a:rPr>
              <a:t>Next Sprint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3931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DD"/>
                </a:solidFill>
              </a:rPr>
              <a:t>▶  Implement TimeSHAP on robot data (notebook 09) — complete the 3-method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416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DD"/>
                </a:solidFill>
              </a:rPr>
              <a:t>▶  Generate final comparison figures: sensor rankings, temporal patterns, heatmaps per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4398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DD"/>
                </a:solidFill>
              </a:rPr>
              <a:t>▶  Write SHAP comparison section of thesis (Methods + Results chapters)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DD"/>
                </a:solidFill>
              </a:rPr>
              <a:t>▶  Plan federated aggregation experiment if Robot 2 + 3 data is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AB387"/>
                </a:solidFill>
              </a:rPr>
              <a:t>End Goal: three SHAP methods, two datasets, one honest comparison — which method best explains failure in real robot data?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